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40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6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5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2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7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53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15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8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67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58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DE1E1-5EC4-43C4-8428-85A23D5866D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911C-C57D-405C-8C93-8AC141CAC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19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Happy Birthday </a:t>
            </a:r>
            <a:r>
              <a:rPr lang="en-US" dirty="0" err="1" smtClean="0"/>
              <a:t>Easha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50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</dc:creator>
  <cp:lastModifiedBy>COMP</cp:lastModifiedBy>
  <cp:revision>2</cp:revision>
  <dcterms:created xsi:type="dcterms:W3CDTF">2026-08-13T16:01:36Z</dcterms:created>
  <dcterms:modified xsi:type="dcterms:W3CDTF">2026-08-13T16:15:56Z</dcterms:modified>
</cp:coreProperties>
</file>